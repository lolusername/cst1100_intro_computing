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Today we bridge last week’s logic gates to Python conditionals. We will move slowly, mapping 0 and 1 to False and True, then building if, elif, and else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Objectives: translate gate logic to Python, combine comparisons with and or not, write if/elif/else cleanly, and explain short-circuiting plus truthy versus falsy.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them: NOT maps to not, AND to and, OR to or, XOR to != on booleans. Gates output 0 or 1; Python uses False and True. Same patterns, new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comparisons: equal, not equal, greater/less. Combine with and or not. Walk through score equals 87 examples: score &gt;= 70 is True, score == 100 is False, not(score &lt; 60)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real cases: 2FA uses and. Alarms use or. Muting uses not. Encourage parentheses for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short-circuit. If the left side of and is False, Python skips the right side. Same for or: if left is True, skip right. Use it to avoid errors like calling charge_card when not logged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falsy: zero, empty string, empty list, empty dict, None. Everything else is truthy. Show bool(value) and how if cart_items uses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basic shape. Indentation matters. Use else for the opposite branch. Keep it simple first, then add elif when you need more than two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grading example. Emphasize that the first true condition wins, so order matters. Tie back to mutually exclusive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toggles mimic XOR. When button_pressed is True, flip the light state. If not pressed, keep it. Links gate thinking to a real UI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about using separate if instead of elif, forgetting else, using == versus =, and magic numbers. Encourage clear variable names and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notebook exercises and invite them to try these prompts live. Keep it slow: predict, then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where the notebook is and to run top to bottom. Encourage adding prints and comments while they work through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them the deliverable: finish the notebook, keep comments, include written answers, export and upload before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4000" b="1">
                <a:solidFill>
                  <a:srgbClr val="EBF1F8"/>
                </a:solidFill>
              </a:defRPr>
            </a:pPr>
            <a:r>
              <a:t>Week 16: Logic Gates → Python Conditionals</a:t>
            </a:r>
          </a:p>
          <a:p>
            <a:pPr>
              <a:spcBef>
                <a:spcPts val="1000"/>
              </a:spcBef>
              <a:defRPr sz="2200">
                <a:solidFill>
                  <a:srgbClr val="BAC8DC"/>
                </a:solidFill>
              </a:defRPr>
            </a:pPr>
            <a:r>
              <a:t>Slow, step-by-step mapping from 0/1 to if/elif/else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By the end, you can: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Translate gate-style logic into Python boolean expressions.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Use comparisons and and/or/not to build conditions.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Write clear if/elif/else blocks for mutually exclusive cases.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Explain short-circuiting and truthy/falsy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Bridge: Gates to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7680960" cy="329184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2400" b="1">
                <a:solidFill>
                  <a:srgbClr val="EBF1F8"/>
                </a:solidFill>
              </a:defRPr>
            </a:pPr>
            <a:r>
              <a:t>Key mappings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A NOT gate flips a 0 to 1; Python uses not to flip False to True.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AND gate needs both inputs = 1; Python and needs both True.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OR gate needs any input = 1; Python or needs any True.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XOR is exactly one input different; Python can use != on booleans.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Booleans &amp;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Common comparisons: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== (equal), != (not equal)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&gt;, &gt;=, &lt;, &lt;= for numbers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Combine with and/or/not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7680960" cy="201168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2400" b="1">
                <a:solidFill>
                  <a:srgbClr val="EBF1F8"/>
                </a:solidFill>
              </a:defRPr>
            </a:pPr>
            <a:r>
              <a:t>Try it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Example: score = 87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score &gt;= 70 → True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score == 100 → False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not(score &lt; 60) →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Logical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Remember: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and → both conditions must be True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or → any condition True passes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not → flips the boolean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Use parentheses to make intent clear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7680960" cy="201168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2400" b="1">
                <a:solidFill>
                  <a:srgbClr val="EBF1F8"/>
                </a:solidFill>
              </a:defRPr>
            </a:pPr>
            <a:r>
              <a:t>Gate-style examples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2FA unlocks when password_ok and code_ok.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Alerts trigger on motion or window sensor.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Muted if not notifications_enabled.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Short-Circuiting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7680960" cy="256032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spcAft>
                <a:spcPts val="600"/>
              </a:spcAft>
              <a:defRPr sz="2400" b="1">
                <a:solidFill>
                  <a:srgbClr val="EBF1F8"/>
                </a:solidFill>
              </a:defRPr>
            </a:pPr>
            <a:r>
              <a:t>Why it matters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and stops early if the first part is False (like an AND gate seeing 0).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or stops early if the first part is True (like an OR gate seeing 1).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Use this to avoid calling code that might be slow or error-prone.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7680960" cy="164592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  <a:p>
            <a:pPr lvl="1">
              <a:defRPr sz="1900">
                <a:solidFill>
                  <a:srgbClr val="BAC8DC"/>
                </a:solidFill>
              </a:defRPr>
            </a:pPr>
            <a:r>
              <a:t>Example: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user_logged_in and charge_card()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If user_logged_in is False, charge_card never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Truthy vs Falsy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Falsy values in Python: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0, 0.0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Empty string '', empty list [], empty dict {}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None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7680960" cy="219456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  <a:p>
            <a:pPr lvl="1">
              <a:defRPr sz="1900">
                <a:solidFill>
                  <a:srgbClr val="BAC8DC"/>
                </a:solidFill>
              </a:defRPr>
            </a:pPr>
            <a:r>
              <a:t>Everything else is truthy.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Wrap with bool(value) to see how Python treats it.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Example: if cart_items: print('Checkout!')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if / else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7680960" cy="310896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  <a:p>
            <a:pPr lvl="1">
              <a:defRPr sz="1900">
                <a:solidFill>
                  <a:srgbClr val="BAC8DC"/>
                </a:solidFill>
              </a:defRPr>
            </a:pPr>
            <a:r>
              <a:t>if condition: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    do_something()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else: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    do_other()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Indentation shows what belongs to the block. Start simple, then add elif when you have 3+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elif for multiple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7680960" cy="310896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  <a:p>
            <a:pPr lvl="1">
              <a:defRPr sz="1900">
                <a:solidFill>
                  <a:srgbClr val="BAC8DC"/>
                </a:solidFill>
              </a:defRPr>
            </a:pPr>
            <a:r>
              <a:t>if score &gt;= 90: grade = 'A'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elif score &gt;= 80: grade = 'B'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elif score &gt;= 70: grade = 'C'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else: grade = 'Needs work'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First true condition wins; later ones are skipped.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XOR-style Toggle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7680960" cy="2377440"/>
          </a:xfrm>
          <a:prstGeom prst="roundRect">
            <a:avLst/>
          </a:prstGeom>
          <a:solidFill>
            <a:srgbClr val="1A2640"/>
          </a:solidFill>
          <a:ln>
            <a:solidFill>
              <a:srgbClr val="5FA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  <a:p>
            <a:pPr lvl="1">
              <a:defRPr sz="1900">
                <a:solidFill>
                  <a:srgbClr val="BAC8DC"/>
                </a:solidFill>
              </a:defRPr>
            </a:pPr>
            <a:r>
              <a:t>Light toggles when button is pressed: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if button_pressed: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    light_on = not light_on</a:t>
            </a:r>
          </a:p>
          <a:p>
            <a:pPr lvl="1">
              <a:defRPr sz="1900">
                <a:solidFill>
                  <a:srgbClr val="BAC8DC"/>
                </a:solidFill>
              </a:defRPr>
            </a:pPr>
          </a:p>
          <a:p>
            <a:pPr lvl="1">
              <a:defRPr sz="1900">
                <a:solidFill>
                  <a:srgbClr val="BAC8DC"/>
                </a:solidFill>
              </a:defRPr>
            </a:pPr>
            <a:r>
              <a:t>This mirrors XOR: output changes when exactly one input differs.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Watch out for: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Using multiple if instead of elif (cases overlap)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Forgetting else → missing default path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Mixing == with = (assignment)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Hard-coding magic numbers; prefer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Practice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Try in notebook: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Write a login check: locked? else 2FA? else deny.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Alert rule: motion or window, but NOT if system_muted.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Shipping tiers: free over $50; else $5 under $20; else $2.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Using the Colab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Steps: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Open week_16/Week16_Python_Conditionals.ipynb in Colab.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Run cells top to bottom; fill TODOs and add prints if helpful.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Keep comments explaining why your condition is correct.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182C"/>
                </a:solidFill>
              </a:defRPr>
            </a:pPr>
            <a:r>
              <a:t>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BF1F8"/>
                </a:solidFill>
              </a:defRPr>
            </a:pPr>
            <a:r>
              <a:t>Due next class: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Complete the Colab notebook exercises and run all cells.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Keep code commented and include short written answers where prompted.</a:t>
            </a:r>
          </a:p>
          <a:p>
            <a:pPr lvl="1">
              <a:lnSpc>
                <a:spcPct val="105000"/>
              </a:lnSpc>
              <a:defRPr sz="2000">
                <a:solidFill>
                  <a:srgbClr val="BAC8DC"/>
                </a:solidFill>
              </a:defRPr>
            </a:pPr>
            <a:r>
              <a:t>Export notebook or PDF and upload to LMS.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