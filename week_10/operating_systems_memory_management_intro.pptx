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Operating Systems &amp; Memory Management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2A640"/>
                </a:solidFill>
              </a:defRPr>
            </a:pPr>
            <a:r>
              <a:t>Beginner Overview for CST1100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" cy="3840480"/>
          </a:xfrm>
          <a:prstGeom prst="rect">
            <a:avLst/>
          </a:prstGeom>
          <a:solidFill>
            <a:srgbClr val="2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Why Operating Systems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Bridge between users, applications, and hardware resources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Manage files, run programs, and keep the system responsive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Provide a consistent interface so apps do not need to know device specifics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Coordinate CPU time so multiple tasks can share one machine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Core OS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08584"/>
                </a:solidFill>
              </a:defRPr>
            </a:pPr>
            <a:r>
              <a:t>The OS keeps everything fair, safe, and efficient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Process Management: schedule and monitor running programs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Memory Management: allocate RAM, track what lives where, reclaim space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File &amp; Storage Services: organize data into directories and permissions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Device Management: drivers and queues for printers, keyboards, and 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Memory Management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RAM is fast, short-term storage for active programs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Addresses label each chunk of RAM so data can be found quickly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Programs request memory; the OS checks availability before approving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Free vs. used memory blocks tracked in data structures (free lists, tables)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Allocation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Fixed-size blocks vs. variable chunks impact flexibility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Best-fit, first-fit, and next-fit are strategies to choose a space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Fragmentation happens when free space is scattered into tiny pieces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Compaction and paging reduce fragmentation and keep memory usable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Virtual Memory &amp; Paging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Virtual memory lets programs pretend they have more RAM than available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Pages (fixed-size chunks) swap between RAM and disk storage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The page table maps virtual addresses to physical locations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Page faults occur when needed data is not currently in 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Everyday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Smartphones pause music apps when you open the camera—OS reclaims CPU and memory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Game consoles load new levels by streaming data while freeing old assets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Laptops use sleep mode to preserve session state in RAM while saving battery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Key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Process: a running program with its own memory space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Thread: a lightweight task that shares process memory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Kernel: the core OS component with full hardware access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Swap Space: disk area reserved for virtual memory overflow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Sketch how the OS handles launching a web browser (process + memory steps)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Explain why fragmentation slows systems over time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List one question you still have about memory or processes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