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Object-Oriented Design Across Python &amp;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2A640"/>
                </a:solidFill>
              </a:defRPr>
            </a:pPr>
            <a:r>
              <a:t>CST1100 – Week 10 Cross-Language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0040" cy="3840480"/>
          </a:xfrm>
          <a:prstGeom prst="rect">
            <a:avLst/>
          </a:prstGeom>
          <a:solidFill>
            <a:srgbClr val="2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Today's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Revisit the four OOP design stages before coding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Compare how Python and JavaScript express classes and objects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Practice translating a shared blueprint between languages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Spot common pitfalls when moving between syntax styles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Design Cycle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8584"/>
                </a:solidFill>
              </a:defRPr>
            </a:pPr>
            <a:r>
              <a:t>Adapted from OOP_reading.pdf pp. 1–4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Brainstorming: surface nouns and candidate classes from the problem domain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Filtering: combine overlaps, remove out-of-scope actors, prioritize core data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Scenarios: draft responsibilities and collaborations on CRC cards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Responsibility Algorithms: map behaviors to step-by-step logic before coding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Objects in Both Worlds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Classes bundle state (fields) with behavior (methods)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Instances remember context: last API response, current playlist, running total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Encapsulation keeps implementation details behind readable method names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Collaboration diagrams help decide when one object should call another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2A640"/>
                </a:solidFill>
              </a:defRPr>
            </a:pPr>
            <a:r>
              <a:t>Python Class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class StudyGroup: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"""Track membership and meeting logistics."""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def __init__(self, topic, members=None):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    self.topic = topic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    self.members = members or []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    self.meeting_notes = []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def add_member(self, name):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    if name not in self.members: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        self.members.append(name)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    return len(self.members)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577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Constructor defaults, explicit self, dynamic lists, and docstrings reinforce readability.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2A640"/>
                </a:solidFill>
              </a:defRPr>
            </a:pPr>
            <a:r>
              <a:t>JavaScript Class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class StudyGroup {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constructor(topic, members = []) {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this.topic = topic;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this.members = [...members];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this.meetingNotes = [];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}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addMember(name) {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if (!this.members.includes(name)) {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  this.members.push(name);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}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  return this.members.length;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  }</a:t>
            </a:r>
          </a:p>
          <a:p>
            <a:pPr>
              <a:defRPr sz="2000">
                <a:solidFill>
                  <a:srgbClr val="F0F4F8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577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Constructor runs automatically via new StudyGroup(); methods stay on the prototype.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State &amp; Behavior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`self` (Python) vs. `this` (JavaScript) both reference the current instance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Use constructor defaults to prevent shared mutable state (copy lists, clone objects)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Prefer descriptive method names that reveal effect and return values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Log or print state transitions to trace collaboration between objects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When Designs Diverge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8584"/>
                </a:solidFill>
              </a:defRPr>
            </a:pPr>
            <a:r>
              <a:t>Plan for ecosystem norms while keeping the core blueprint 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JavaScript methods can lose `this` without proper binding—arrow functions or `.bind` help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Python favors composition over inheritance for lightweight behaviors; JS often uses mixins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Python decorators vs. JavaScript higher-order functions achieve similar extensions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Module systems differ: `import` vs. `export`; plan class packaging early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Practice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8584"/>
                </a:solidFill>
              </a:defRPr>
            </a:pPr>
            <a:r>
              <a:t>Use the notebook scaffolding to compare outputs side-by-side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Design a HabitTracker class with responsibilities for logging wins and streaks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Draft a CRC card: what collaborators (Notification, DataStore) might you need?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Implement `log_entry` and `current_streak` in Python; port to JavaScript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Share one pitfall you hit when translating between languages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238"/>
                </a:solidFill>
              </a:defRPr>
            </a:pPr>
            <a:r>
              <a:t>Wrap-Up &amp;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3238"/>
                </a:solidFill>
              </a:defRPr>
            </a:pPr>
            <a:r>
              <a:t>Which design stage felt strongest? Which needs a redo?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Where did language syntax differences change your mental model?</a:t>
            </a:r>
          </a:p>
          <a:p>
            <a:pPr>
              <a:defRPr sz="2400">
                <a:solidFill>
                  <a:srgbClr val="263238"/>
                </a:solidFill>
              </a:defRPr>
            </a:pPr>
            <a:r>
              <a:t>How will you document responsibilities before the next project sprint?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