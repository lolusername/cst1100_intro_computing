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students, set 60-minute expectation, remind them this ties into MLA practice and the scaffolded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students will brainstorm, analyze, and leave with a documented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PDF, highlight flexibility to choose or vote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Adjust dates to your calendar; underline that tonight covers the first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roles quickly or let groups choose; remind them to capture quotes for later MLA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pair share for 2 minutes before whole-class popcorn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makes this a “pro” argument? What data would strengthen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privacy, data brokerage, and persuasive tech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groups 8 minutes; remind them to capture URLs/keywords in their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 spectrum from curiosity to skepticism; jot ideas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Prompt: what makes this “good”? what counterarguments exist (cost, access)?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to consider justice system reform, abolitionist tech critiques,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another 8 minutes; circulate to coach on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or link the template; verify each student logs their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timer for final 10 minutes. Collect uploads via LMS or shared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12 Research Paper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Choosing between Social Networking and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the formal assignment to real tech controversies</a:t>
            </a:r>
          </a:p>
          <a:p>
            <a:pPr lvl="1"/>
            <a:r>
              <a:t>Compare strong vs. weak cases for both social networking and AI</a:t>
            </a:r>
          </a:p>
          <a:p>
            <a:pPr lvl="1"/>
            <a:r>
              <a:t>Plan group investigations and an individual reflection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3-page MLA paper due 10/30 (not counting Works Cited)</a:t>
            </a:r>
          </a:p>
          <a:p>
            <a:pPr lvl="1"/>
            <a:r>
              <a:t>Two prompts: Pros/Cons of Social Networking OR Exploring Artificial Intelligence</a:t>
            </a:r>
          </a:p>
          <a:p>
            <a:pPr lvl="1"/>
            <a:r>
              <a:t>Cite 6–8 credible sources (mix of pro &amp; con evidence)</a:t>
            </a:r>
          </a:p>
          <a:p>
            <a:pPr lvl="1"/>
            <a:r>
              <a:t>Follow scaffold: brainstorming → thesis → evidence log → draft → peer review → revision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Scaffolded Timeline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12: Topic selection, initial sources, reflection submission</a:t>
            </a:r>
          </a:p>
          <a:p>
            <a:pPr lvl="1"/>
            <a:r>
              <a:t>Week 13: Thesis + topic sentences, evidence log (5 sources)</a:t>
            </a:r>
          </a:p>
          <a:p>
            <a:pPr lvl="1"/>
            <a:r>
              <a:t>Week 14: Outline + first full draft</a:t>
            </a:r>
          </a:p>
          <a:p>
            <a:pPr lvl="1"/>
            <a:r>
              <a:t>Week 15: Peer review + revision plan</a:t>
            </a:r>
          </a:p>
          <a:p>
            <a:pPr lvl="1"/>
            <a:r>
              <a:t>Week 16: Final submission + reflective paragraph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Norms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 good intent, cite evidence, and invite quieter voices</a:t>
            </a:r>
          </a:p>
          <a:p>
            <a:pPr lvl="1"/>
            <a:r>
              <a:t>Timekeeper: keeps each mini-debate to 4 minutes</a:t>
            </a:r>
          </a:p>
          <a:p>
            <a:pPr lvl="1"/>
            <a:r>
              <a:t>Skeptic: asks “what evidence proves this?” for every claim</a:t>
            </a:r>
          </a:p>
          <a:p>
            <a:pPr lvl="1"/>
            <a:r>
              <a:t>Synthesizer: writes takeaways for gallery walk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Networking 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Prompt</a:t>
            </a:r>
          </a:p>
          <a:p>
            <a:pPr lvl="1"/>
            <a:r>
              <a:t>Where has a social platform made your community stronger?</a:t>
            </a:r>
          </a:p>
          <a:p>
            <a:pPr lvl="1"/>
            <a:r>
              <a:t>Where has it felt extractive or risky?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social_net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Mutual Aid &amp; Career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Highlights</a:t>
            </a:r>
          </a:p>
          <a:p>
            <a:pPr lvl="1"/>
            <a:r>
              <a:t>Student-led Instagram Live mutual-aid hubs route resources after storms</a:t>
            </a:r>
          </a:p>
          <a:p>
            <a:pPr lvl="1"/>
            <a:r>
              <a:t>LinkedIn Student Voices pairs first-gen students with alumni mentors</a:t>
            </a:r>
          </a:p>
          <a:p>
            <a:pPr lvl="1"/>
            <a:r>
              <a:t>Evidence ideas: follower analytics, donation totals, mentee outcomes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social_net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Cambridge Analytica Harms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Key Facts</a:t>
            </a:r>
          </a:p>
          <a:p>
            <a:pPr lvl="1"/>
            <a:r>
              <a:t>Harvested ~87M Facebook profiles via quiz app (2013-2015)</a:t>
            </a:r>
          </a:p>
          <a:p>
            <a:pPr lvl="1"/>
            <a:r>
              <a:t>Psychographic modeling → dark political ads in US/UK elections</a:t>
            </a:r>
          </a:p>
          <a:p>
            <a:pPr lvl="1"/>
            <a:r>
              <a:t>Questions: consent? platform rules? laws preventing repetition?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ambridg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3840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Task #1: Social Networking Investigations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one positive and one negative social networking story to outline</a:t>
            </a:r>
          </a:p>
          <a:p>
            <a:pPr lvl="1"/>
            <a:r>
              <a:t>List stakeholders helped/harmed + kinds of evidence you would cite</a:t>
            </a:r>
          </a:p>
          <a:p>
            <a:pPr lvl="1"/>
            <a:r>
              <a:t>Draft one research question per story (arguable, researchable)</a:t>
            </a:r>
          </a:p>
          <a:p>
            <a:pPr lvl="1"/>
            <a:r>
              <a:t>Prepare a 1-minute share-out for the gallery walk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Prompt</a:t>
            </a:r>
          </a:p>
          <a:p>
            <a:pPr lvl="1"/>
            <a:r>
              <a:t>Where is AI already touching your life (recommendations, chatbots, grading)?</a:t>
            </a:r>
          </a:p>
          <a:p>
            <a:pPr lvl="1"/>
            <a:r>
              <a:t>Where would you refuse AI involvement?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i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5760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ML-Guided Cancer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Key Takeaways</a:t>
            </a:r>
          </a:p>
          <a:p>
            <a:pPr lvl="1"/>
            <a:r>
              <a:t>Nature Medicine (2019): CNN detects brain tumor margins at 94.5% accuracy</a:t>
            </a:r>
          </a:p>
          <a:p>
            <a:pPr lvl="1"/>
            <a:r>
              <a:t>Surgeons + ML dashboards reduce repeat operations and speed lab analysis</a:t>
            </a:r>
          </a:p>
          <a:p>
            <a:pPr lvl="1"/>
            <a:r>
              <a:t>Consider data governance, IRB approval, and interdisciplinary teams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i_canc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23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Racist Sentencing &amp; Policing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Key Facts</a:t>
            </a:r>
          </a:p>
          <a:p>
            <a:pPr lvl="1"/>
            <a:r>
              <a:t>ProPublica (2016): COMPAS high-risk false positives 45% for Black vs. 23% for white defendants</a:t>
            </a:r>
          </a:p>
          <a:p>
            <a:pPr lvl="1"/>
            <a:r>
              <a:t>Predictive policing loops send more patrols to already over-surveilled neighborhoods</a:t>
            </a:r>
          </a:p>
          <a:p>
            <a:pPr lvl="1"/>
            <a:r>
              <a:t>Policy ideas: algorithmic audits, transparency mandates, community consent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i_bia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23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Task #2: AI Impact Briefs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one AI success AND one AI harm relevant to your interests</a:t>
            </a:r>
          </a:p>
          <a:p>
            <a:pPr lvl="1"/>
            <a:r>
              <a:t>Map benefits/risks + list courses/disciplines you need to cite (CS, ethics, sociology, medicine)</a:t>
            </a:r>
          </a:p>
          <a:p>
            <a:pPr lvl="1"/>
            <a:r>
              <a:t>Draft a thesis claim for each scenario (pro vs. con)</a:t>
            </a:r>
          </a:p>
          <a:p>
            <a:pPr lvl="1"/>
            <a:r>
              <a:t>Identify missing voices or data you must research before drafting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Decide &amp;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Individually choose: Social Networking or AI (or propose a class-wide vote)</a:t>
            </a:r>
          </a:p>
          <a:p>
            <a:pPr lvl="1"/>
            <a:r>
              <a:t>Complete the planning template: thesis idea, 3 talking points, 2 sources, 1 question</a:t>
            </a:r>
          </a:p>
          <a:p>
            <a:pPr lvl="1"/>
            <a:r>
              <a:t>Conference with instructor for approval before leaving this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Writing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Word/Docs → title file Week12_Research_Plan_LastName</a:t>
            </a:r>
          </a:p>
          <a:p>
            <a:pPr lvl="1"/>
            <a:r>
              <a:t>250+ words: What will you write about? Why? Which courses/disciplines guide your research?</a:t>
            </a:r>
          </a:p>
          <a:p>
            <a:pPr lvl="1"/>
            <a:r>
              <a:t>Save as PDF or DOCX and upload before leaving</a:t>
            </a:r>
          </a:p>
          <a:p>
            <a:pPr lvl="1"/>
            <a:r>
              <a:t>Add 1 lingering question for instructor or librarian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